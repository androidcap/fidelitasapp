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9EA6"/>
    <a:srgbClr val="1C1D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F8008-D898-4D31-8E61-E97B561A96C5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1834D-D0AA-435F-BC3A-15A03EE5A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9234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1834D-D0AA-435F-BC3A-15A03EE5A3A6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12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1D21425-BD0C-F427-F357-2329244593C9}"/>
              </a:ext>
            </a:extLst>
          </p:cNvPr>
          <p:cNvSpPr/>
          <p:nvPr/>
        </p:nvSpPr>
        <p:spPr>
          <a:xfrm>
            <a:off x="14833600" y="8686800"/>
            <a:ext cx="1422400" cy="381000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543F8B-F270-B1F4-09AE-CFEAD37164EF}"/>
              </a:ext>
            </a:extLst>
          </p:cNvPr>
          <p:cNvSpPr txBox="1"/>
          <p:nvPr/>
        </p:nvSpPr>
        <p:spPr>
          <a:xfrm>
            <a:off x="10346218" y="8646217"/>
            <a:ext cx="448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bg1"/>
                </a:solidFill>
              </a:rPr>
              <a:t>https://github.com/AndroidCap/FidelitasApp/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C03D898-70D5-3FED-F8F9-9B6A60145889}"/>
              </a:ext>
            </a:extLst>
          </p:cNvPr>
          <p:cNvSpPr/>
          <p:nvPr/>
        </p:nvSpPr>
        <p:spPr>
          <a:xfrm>
            <a:off x="14833600" y="8686800"/>
            <a:ext cx="1422400" cy="381000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AE9E37F-CB06-6880-D56D-E428257975E9}"/>
              </a:ext>
            </a:extLst>
          </p:cNvPr>
          <p:cNvSpPr/>
          <p:nvPr/>
        </p:nvSpPr>
        <p:spPr>
          <a:xfrm>
            <a:off x="14833600" y="8686800"/>
            <a:ext cx="1422400" cy="381000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</Words>
  <Application>Microsoft Office PowerPoint</Application>
  <PresentationFormat>Personalizar</PresentationFormat>
  <Paragraphs>2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Mathias, Sandra Coutinho</dc:creator>
  <cp:lastModifiedBy>Mathias, Sandra Coutinho</cp:lastModifiedBy>
  <cp:revision>3</cp:revision>
  <dcterms:created xsi:type="dcterms:W3CDTF">2006-08-16T00:00:00Z</dcterms:created>
  <dcterms:modified xsi:type="dcterms:W3CDTF">2026-05-25T21:03:40Z</dcterms:modified>
</cp:coreProperties>
</file>